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914400"/>
            <a:ext cx="2377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GEN 2 RANDOM BATTLE RL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Masking</a:t>
            </a:r>
            <a:endParaRPr lang="en-US" sz="4600" dirty="0"/>
          </a:p>
          <a:p>
            <a:pPr indent="0" marL="0">
              <a:buNone/>
            </a:pPr>
            <a:r>
              <a:rPr lang="en-US" sz="2800" b="1" dirty="0">
                <a:solidFill>
                  <a:srgbClr val="C0D0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Pokemon Battle Bot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11480" y="35204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B8E0"/>
                </a:solidFill>
              </a:rPr>
              <a:t>How illegal &amp; wasteful actions are eliminated from the agent's decision space each turn.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4343400"/>
            <a:ext cx="832104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4348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9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environment.py  ·  mask_env()  ·  _is_move_allowed()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Action Masking?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8321040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The Concept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The agent chooses from 11 discrete actions each turn.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Without masking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, the PPO policy wastes gradient on actions that are either impossible (no move in that slot) or strategically nonsensical (using a maxed stat-up move).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With masking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, illegal actions are zeroed out in the softmax before sampling — the agent never attempts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86200" cy="3474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430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040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600200"/>
            <a:ext cx="256032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15727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Faster convergence  </a:t>
            </a:r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</a:rPr>
              <a:t>Policy learns meaningful distinctions sooner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2167128"/>
            <a:ext cx="256032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213969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wasted gradient  </a:t>
            </a:r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</a:rPr>
              <a:t>Loss stays focused on real strategic choices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734056"/>
            <a:ext cx="256032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85232" y="27066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Prevents illegal moves  </a:t>
            </a:r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</a:rPr>
              <a:t>Struggle, recharge handled cleanly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300984"/>
            <a:ext cx="256032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85232" y="327355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Anti-stall  </a:t>
            </a:r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</a:rPr>
              <a:t>Hard blocks consecutive switch-loops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867912"/>
            <a:ext cx="256032" cy="25603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384048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Domain rules enforced  </a:t>
            </a:r>
            <a:pPr indent="0" marL="0">
              <a:buNone/>
            </a:pPr>
            <a:r>
              <a:rPr lang="en-US" sz="1200" dirty="0">
                <a:solidFill>
                  <a:srgbClr val="A0B8D8"/>
                </a:solidFill>
              </a:rPr>
              <a:t>Sleep Talk, Rest, immunity, weather — all gated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11-Action Space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35844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SWITCH ACTIONS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274320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447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</a:rPr>
              <a:t>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Switch to team slot 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4767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9476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9476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Switch to team slot 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274320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505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450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Switch to team slot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5351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9535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2953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Switch to team slot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56432"/>
            <a:ext cx="274320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45643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34564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Switch to team slot 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959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9593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6B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3959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Switch to team slot 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914400"/>
            <a:ext cx="2743200" cy="2578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MOVE ACTIONS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1444752"/>
            <a:ext cx="274320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14447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94760" y="14447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Use move slot 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91840" y="194767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19476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94760" y="19476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Use move slot 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1840" y="2450592"/>
            <a:ext cx="274320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24505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94760" y="24505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Use move slot 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91840" y="295351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29535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794760" y="29535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Use move slot 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914400"/>
            <a:ext cx="2743200" cy="10698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914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DEFAULT ACTION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1444752"/>
            <a:ext cx="274320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144475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12280" y="14447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Struggle / Recharge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Forced fallback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74320" y="4434840"/>
            <a:ext cx="8641080" cy="502920"/>
          </a:xfrm>
          <a:prstGeom prst="rect">
            <a:avLst/>
          </a:prstGeom>
          <a:solidFill>
            <a:srgbClr val="FEF9E7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46227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</a:rPr>
              <a:t>Switch slots 0–5 use team insertion order to stay in sync with embed_battle_impl(). Move slots 6–9 map to the active pokémon's moves.values() in order.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MaskablePPO (sb3_contrib)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E8"/>
                </a:solidFill>
              </a:rPr>
              <a:t>Policy reads the mask before softmax; never samples illegal actions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53128" y="1618488"/>
            <a:ext cx="23774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28216"/>
            <a:ext cx="832104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0352" y="1773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ActionMasker Wrapper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06654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E8"/>
                </a:solidFill>
              </a:rPr>
              <a:t>Calls mask_env(env) every step to produce a binary (0/1) mask of shape (11,)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53128" y="2386584"/>
            <a:ext cx="23774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496312"/>
            <a:ext cx="83210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2542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mask_env()  ←  environment.py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28346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D8D0"/>
                </a:solidFill>
              </a:rPr>
              <a:t>Core logic: iterates moves &amp; switches, applies all validity checks, returns np.int8 array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53128" y="3154680"/>
            <a:ext cx="23774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264408"/>
            <a:ext cx="8321040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_is_move_allowed()  ←  environment.py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60273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D8D0"/>
                </a:solidFill>
              </a:rPr>
              <a:t>Per-move filter: type immunity, Sleep Talk, Rest, heals, status, weather, stat-boost saturation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53128" y="3922776"/>
            <a:ext cx="23774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4032504"/>
            <a:ext cx="832104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4078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poke-env  ·  available_moves / available_switches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" y="43708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D8D0"/>
                </a:solidFill>
              </a:rPr>
              <a:t>Engine-level lists; mask_env uses these as the first gate before applying semantic filters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mask_env() — Decision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43891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96012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Initialize: mask = np.zeros(11)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53128" y="1399032"/>
            <a:ext cx="23774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832104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50876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battle / no active mon?  →  action 10 only, return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53128" y="1947672"/>
            <a:ext cx="23774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057400"/>
            <a:ext cx="8321040" cy="43891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05740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 moves &amp; no switches, OR must_recharge?  →  action 10, return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53128" y="2496312"/>
            <a:ext cx="23774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606040"/>
            <a:ext cx="83210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" y="260604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Not force_switch: evaluate move slots 6–9 via _is_move_allowed()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53128" y="3044952"/>
            <a:ext cx="23774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154680"/>
            <a:ext cx="83210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31546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Evaluate switch slots 0–5 with allow_switch &amp; block logic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53128" y="3593592"/>
            <a:ext cx="23774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703320"/>
            <a:ext cx="832104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0352" y="370332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If mask still all-zero  →  enable action 10 (final fallback)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53128" y="4142232"/>
            <a:ext cx="237744" cy="10972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4251960"/>
            <a:ext cx="832104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425196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 Return mask  →  MaskablePPO samples from valid set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686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Masking Rules  —  _is_move_allowed()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8686800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Type Immunity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84832" y="91440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Move deals 0× damage vs. opponent's type pair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08392" y="969264"/>
            <a:ext cx="10972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08392" y="9692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62456"/>
            <a:ext cx="86868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3624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Sleep Talk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84832" y="136245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Move ID is sleeptalk AND own mon is not asleep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08392" y="1417320"/>
            <a:ext cx="10972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08392" y="1417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81051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1810512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Own mon is already asleep, OR HP &gt; 80%, OR healthy &amp; HP &gt; 50%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08392" y="1865376"/>
            <a:ext cx="10972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08392" y="18653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58568"/>
            <a:ext cx="86868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25856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Healing Moves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84832" y="225856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Move has heal AND HP &gt; 85%  (Rest exempt)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08392" y="2313432"/>
            <a:ext cx="10972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8392" y="2313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706624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70662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Status Moves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84832" y="2706624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Move inflicts status AND opponent already has a status condition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08392" y="2761488"/>
            <a:ext cx="10972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08392" y="27614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154680"/>
            <a:ext cx="86868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1546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Weather Moves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84832" y="3154680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Move sets weather AND that weather is already active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08392" y="3209544"/>
            <a:ext cx="10972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08392" y="3209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02736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60273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Stat Boost Saturation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84832" y="3602736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Non-damaging; relevant boost already at +6 (Agility/SD/Growth/etc.)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08392" y="3657600"/>
            <a:ext cx="10972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08392" y="3657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050792"/>
            <a:ext cx="86868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05079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Incapacitation Rule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84832" y="4050792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Own mon asleep or frozen AND move is non-damaging AND not Sleep Talk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08392" y="4105656"/>
            <a:ext cx="109728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08392" y="41056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498848"/>
            <a:ext cx="8686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4988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All other moves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084832" y="449884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Move is in available_moves and none of the above fire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708392" y="4553712"/>
            <a:ext cx="109728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08392" y="45537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ALLOW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 Masking Rules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ALLOW SWITCH when…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14800" cy="493776"/>
          </a:xfrm>
          <a:prstGeom prst="rect">
            <a:avLst/>
          </a:prstGeom>
          <a:solidFill>
            <a:srgbClr val="EDF7F5"/>
          </a:solidFill>
          <a:ln w="12700">
            <a:solidFill>
              <a:srgbClr val="B0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16459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25880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battle.force_switch is True  (KO replacement)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41148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B0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892808"/>
            <a:ext cx="16459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92808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Own mon is incapacitated (asleep or frozen)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459736"/>
            <a:ext cx="4114800" cy="493776"/>
          </a:xfrm>
          <a:prstGeom prst="rect">
            <a:avLst/>
          </a:prstGeom>
          <a:solidFill>
            <a:srgbClr val="EDF7F5"/>
          </a:solidFill>
          <a:ln w="12700">
            <a:solidFill>
              <a:srgbClr val="B0E0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59736"/>
            <a:ext cx="16459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59736"/>
            <a:ext cx="3794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Available moves list is non-empty  (has real options)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BLOCK SWITCH when…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325880"/>
            <a:ext cx="4114800" cy="6126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325880"/>
            <a:ext cx="164592" cy="6126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Anti-stall rule fires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1581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consec_voluntary_switches ≥ 2  AND  at least one move is available  AND  not force_switch  AND  not incapacitated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011680"/>
            <a:ext cx="411480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011680"/>
            <a:ext cx="164592" cy="6126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0391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Slot not in available_switches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22677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poke-env reports this switch slot as unavailable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697480"/>
            <a:ext cx="4114800" cy="61264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697480"/>
            <a:ext cx="164592" cy="6126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724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allow_switch is False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2953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Not forced, not incapacitated, no moves → no switch allowed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023360"/>
            <a:ext cx="8503920" cy="841248"/>
          </a:xfrm>
          <a:prstGeom prst="rect">
            <a:avLst/>
          </a:prstGeom>
          <a:solidFill>
            <a:srgbClr val="FFF7E6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873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Voluntary switch detection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2793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switch is 'voluntary' when: species changed AND agent chose a switch slot AND the previous mon is still alive (ruling out Whirlwind/Roar phazes and forced KO replacements). The counter is reset to 0 whenever the agent uses a move.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Anti-Stall Mechanism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8321040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28016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Turn 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1005840"/>
            <a:ext cx="50292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00584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Voluntary switch  (slot 0–5, prev mon alive)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03720" y="1005840"/>
            <a:ext cx="18288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0058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consec_sw =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128016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Turn N+1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737360" y="1920240"/>
            <a:ext cx="50292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192024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Voluntary switch again  (different slot)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1920240"/>
            <a:ext cx="18288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9202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consec_sw =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128016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346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Turn N+2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37360" y="2834640"/>
            <a:ext cx="5029200" cy="658368"/>
          </a:xfrm>
          <a:prstGeom prst="rect">
            <a:avLst/>
          </a:prstGeom>
          <a:solidFill>
            <a:srgbClr val="3D151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83464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</a:rPr>
              <a:t>Voluntary switch BLOCKED — must use a move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03720" y="2834640"/>
            <a:ext cx="182880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834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consec_sw = 2  🚫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128016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4904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Turn N+2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737360" y="3749040"/>
            <a:ext cx="50292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374904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Agent uses a move → counter resets to 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903720" y="3749040"/>
            <a:ext cx="18288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37490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consec_sw = 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366760" cy="347472"/>
          </a:xfrm>
          <a:prstGeom prst="rect">
            <a:avLst/>
          </a:prstGeom>
          <a:solidFill>
            <a:srgbClr val="0A0F1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360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block_voluntary_switch = (consec_sw &gt;= 2  and  not force_switch  and  not incapacitated  and  any(action_mask[6:10]))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321040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329184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005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11-action discrete space  </a:t>
            </a:r>
            <a:pPr indent="0" marL="0">
              <a:buNone/>
            </a:pPr>
            <a:r>
              <a:rPr lang="en-US" sz="1250" dirty="0">
                <a:solidFill>
                  <a:srgbClr val="8EB4D8"/>
                </a:solidFill>
              </a:rPr>
              <a:t>Slots 0–5 = switch, 6–9 = move, 10 = default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1563624"/>
            <a:ext cx="329184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63624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56362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ActionMasker wrapper  </a:t>
            </a:r>
            <a:pPr indent="0" marL="0">
              <a:buNone/>
            </a:pPr>
            <a:r>
              <a:rPr lang="en-US" sz="1250" dirty="0">
                <a:solidFill>
                  <a:srgbClr val="8EB4D8"/>
                </a:solidFill>
              </a:rPr>
              <a:t>sb3_contrib.common.wrappers.ActionMasker wraps every env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121408"/>
            <a:ext cx="329184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21408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21214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mask_env() is called every step  </a:t>
            </a:r>
            <a:pPr indent="0" marL="0">
              <a:buNone/>
            </a:pPr>
            <a:r>
              <a:rPr lang="en-US" sz="1250" dirty="0">
                <a:solidFill>
                  <a:srgbClr val="8EB4D8"/>
                </a:solidFill>
              </a:rPr>
              <a:t>Returns np.int8[11] — 1 = valid, 0 = masked out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2679192"/>
            <a:ext cx="329184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79192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" y="26791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9 per-move semantic filters  </a:t>
            </a:r>
            <a:pPr indent="0" marL="0">
              <a:buNone/>
            </a:pPr>
            <a:r>
              <a:rPr lang="en-US" sz="1250" dirty="0">
                <a:solidFill>
                  <a:srgbClr val="8EB4D8"/>
                </a:solidFill>
              </a:rPr>
              <a:t>Immunity, Sleep Talk, Rest, heals, status, weather, stat caps, incapacitation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236976"/>
            <a:ext cx="329184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36976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32369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Switch gating  </a:t>
            </a:r>
            <a:pPr indent="0" marL="0">
              <a:buNone/>
            </a:pPr>
            <a:r>
              <a:rPr lang="en-US" sz="1250" dirty="0">
                <a:solidFill>
                  <a:srgbClr val="8EB4D8"/>
                </a:solidFill>
              </a:rPr>
              <a:t>Force-switch, incapacitation, and move availability govern whether switches are offered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794760"/>
            <a:ext cx="329184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94760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379476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Anti-stall hard rule  </a:t>
            </a:r>
            <a:pPr indent="0" marL="0">
              <a:buNone/>
            </a:pPr>
            <a:r>
              <a:rPr lang="en-US" sz="1250" dirty="0">
                <a:solidFill>
                  <a:srgbClr val="8EB4D8"/>
                </a:solidFill>
              </a:rPr>
              <a:t>≥2 consecutive voluntary switches → all switch slots masked until a move is used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1480" y="4352544"/>
            <a:ext cx="329184" cy="38404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352544"/>
            <a:ext cx="329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435254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Fallback action 10  </a:t>
            </a:r>
            <a:pPr indent="0" marL="0">
              <a:buNone/>
            </a:pPr>
            <a:r>
              <a:rPr lang="en-US" sz="1250" dirty="0">
                <a:solidFill>
                  <a:srgbClr val="8EB4D8"/>
                </a:solidFill>
              </a:rPr>
              <a:t>Always enabled when nothing else is valid (Struggle / Recharge)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" y="4800600"/>
            <a:ext cx="8321040" cy="0"/>
          </a:xfrm>
          <a:prstGeom prst="line">
            <a:avLst/>
          </a:prstGeom>
          <a:noFill/>
          <a:ln w="12700">
            <a:solidFill>
              <a:srgbClr val="2A40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environment.py  ·  mask_env()  ·  _is_move_allowed()  ·  sb3_contrib ActionMasker  ·  MaskablePPO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Masking in Pokemon Battle Bot</dc:title>
  <dc:subject>PptxGenJS Presentation</dc:subject>
  <dc:creator>Pokemon Battle Bot</dc:creator>
  <cp:lastModifiedBy>Pokemon Battle Bot</cp:lastModifiedBy>
  <cp:revision>1</cp:revision>
  <dcterms:created xsi:type="dcterms:W3CDTF">2026-05-10T03:10:45Z</dcterms:created>
  <dcterms:modified xsi:type="dcterms:W3CDTF">2026-05-10T03:10:45Z</dcterms:modified>
</cp:coreProperties>
</file>